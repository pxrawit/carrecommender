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แนะนำหัวข้อ: Car Recommended คือระบบแนะนำรถยนต์ที่เก็บข้อมูลเป็นกราฟใน Neo4j และแสดงผลเป็นเว็บแอปด้วย Streamlit พร้อมรูปรถและโมเดล 3D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อธิบายแนวคิด: ถ้า Alice และ Bob ชอบรถรุ่นเดียวกัน แสดงว่ารสนิยมคล้ายกัน รถที่ Bob ชอบแต่ Alice ยังไม่ได้ชอบ (Honda Civic) จึงน่าแนะนำให้ Alice ซึ่งเป็นการเดินกราฟแค่ 3 ทอด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รวม 20 Node และ 42 Relationship · TEST_DROVE เก็บวันที่ทดลองขับไว้บนเส้น ซึ่งเป็นจุดเด่นของ Graph Database ที่ความสัมพันธ์มี property 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ระบบแสดงรูปรถในทุกหน้าที่แนะนำ: ตัวไฟล์อยู่ใน GitHub ส่วน Neo4j เก็บ property image เป็น path เมื่อแอปดึงข้อมูลรถมา ก็เอา path ไปเปิดรูปมาแสดง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 query ทีละบรรทัด: ถ้าทำใน SQL ต้อง JOIN ตาราง likes กับตัวเองหลายรอบ แต่ใน Cypher เขียนเป็นรูปแบบเส้นทางได้ตรง ๆ และ count(*) นับจำนวนเส้นทางเป็นคะแนน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Mazda 3 ได้ 3 คะแนน: Charlie ชอบรถเหมือน Alice 2 รุ่น (2 เส้นทาง) + David 1 รุ่น (1 เส้นทาง) · Mazda CX-5 ได้ 3 จาก Jack 2 + Ivy 1 · ระบบตัด Honda Civic ออกเพราะมีเส้น TEST_DROVE อยู่แล้ว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เปิดเว็บแอปที่ deploy บน Streamlit Cloud แล้วสาธิตตามลำดับ 6 ขั้น (ภาพในสไลด์ถัดไปใช้เป็นแผนสำรองถ้าอินเทอร์เน็ตมีปัญหา)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สาธิต: 1) ชี้ตัวเลขสถิติ 2) เลื่อนลงดูรถยอดนิยม 3) เลือก Alice ให้เห็นรถที่ชอบและคนที่ชอบคล้ายกัน (Bob ชอบตรงกัน 3 รุ่น) 4) ขยับเมาส์ให้เห็นพื้นหลัง 3D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สาธิต: เลือก Alice → โหมด 'รถที่คนคล้ายกันชอบ' → ชี้ว่าการ์ด #1 Mazda 3 มีรูปรถและเหตุผล → สลับเป็นโหมด 'เคยลองขับ' ให้เห็นผลเปลี่ยน → เลื่อนลงไปเลือกดู 3D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สาธิต: พิมพ์ 'Mazda' → เลือกยี่ห้อ Toyota → ชี้ว่ารูปทุกใบอยู่ในกรอบขนาดเท่ากัน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สาธิต: เลือกรถ → หมุนโมเดล → เลือก User แล้วกดชอบ → กลับไปหน้าแนะนำรถให้เห็นว่าผลเปลี่ยนตามข้อมูลใหม่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สาธิต: 1) เพิ่ม User ใหม่ 2) ดับเบิลคลิกแก้ชื่อในตารางแล้วกดบันทึก 3) แท็บ Car อัปโหลดรูป/โมเดล 4) แท็บ TEST_DROVE แก้วันที่ 5) ลบโดยติ๊กยืนยัน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สาธิต: ซูมเข้า → คลิก Alice ให้เห็นรถที่ชอบ → เลือก User = Alice ให้เห็นคนที่ชอบรถเหมือนกัน → อธิบายว่านี่คือเส้นทางที่ query ใช้คำนวณคะแนน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6414398d-f2fb-5f84-b2d5-e82f022c0b8d/scratchpad/shots/02_dashboard_popular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rcRect l="0" r="0" t="0" b="0"/>
          <a:stretch/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0B1220">
              <a:alpha val="45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8B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DATABASE PROJECT · NEO4J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28016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Recommended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5204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ระบบแนะนำรถยนต์ด้วย Graph Database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114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“คนที่ชอบรถแบบเดียวกับคุณ ชอบและลองขับรุ่นไหน”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48920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A25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892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Neo4j Aura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14600" y="48920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A25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14600" y="4892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Cypher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06240" y="48920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A25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06240" y="4892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Python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" y="53949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A25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5394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514600" y="53949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A25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514600" y="5394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Three.js 3D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แนวคิดของระบบ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Collaborative filtering บนกราฟ: ใช้ความชอบของคนที่คล้ายกันมาแนะนำ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846320" cy="4480560"/>
          </a:xfrm>
          <a:prstGeom prst="roundRect">
            <a:avLst>
              <a:gd name="adj" fmla="val 2449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305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94767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เก็บว่าใครชอบรถรุ่นไหน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3500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 –[:LIKES]→ Car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3337560"/>
            <a:ext cx="685800" cy="6858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50215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1640" y="331927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หาคนที่ชอบรถตรงกับเรา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691640" y="37216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เดินกราฟย้อนกลับจากรถที่เราชอบ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" y="4709160"/>
            <a:ext cx="685800" cy="6858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873752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91640" y="469087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แนะนำรถที่คนเหล่านั้นชอบ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691640" y="50932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แต่เรายังไม่เคยชอบ / ลองขับ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035040" y="2103120"/>
            <a:ext cx="1051560" cy="1051560"/>
          </a:xfrm>
          <a:prstGeom prst="ellipse">
            <a:avLst/>
          </a:prstGeom>
          <a:solidFill>
            <a:srgbClr val="FBBF2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035040" y="21031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Alice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10607040" y="2103120"/>
            <a:ext cx="1051560" cy="1051560"/>
          </a:xfrm>
          <a:prstGeom prst="ellipse">
            <a:avLst/>
          </a:prstGeom>
          <a:solidFill>
            <a:srgbClr val="38BD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0607040" y="21031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Bob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7863840" y="1920240"/>
            <a:ext cx="1783080" cy="1114425"/>
          </a:xfrm>
          <a:prstGeom prst="roundRect">
            <a:avLst>
              <a:gd name="adj" fmla="val 6564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2" name="Image 3" descr="/tmp/claude-0/-home-claude/6414398d-f2fb-5f84-b2d5-e82f022c0b8d/scratchpad/shotapp/images/toyota_yari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909560" y="1965960"/>
            <a:ext cx="1691640" cy="102298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863840" y="30815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Toyota Yaris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10241280" y="4160520"/>
            <a:ext cx="1783080" cy="1114425"/>
          </a:xfrm>
          <a:prstGeom prst="roundRect">
            <a:avLst>
              <a:gd name="adj" fmla="val 6564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5" name="Image 4" descr="/tmp/claude-0/-home-claude/6414398d-f2fb-5f84-b2d5-e82f022c0b8d/scratchpad/shotapp/images/honda_civic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287000" y="4206240"/>
            <a:ext cx="1691640" cy="102298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241280" y="5321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Honda Civic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7132320" y="2624328"/>
            <a:ext cx="685800" cy="914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Text 21"/>
          <p:cNvSpPr txBox="1"/>
          <p:nvPr/>
        </p:nvSpPr>
        <p:spPr>
          <a:xfrm>
            <a:off x="7086600" y="2240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 flipH="1">
            <a:off x="9692640" y="2624328"/>
            <a:ext cx="868680" cy="914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Text 23"/>
          <p:cNvSpPr txBox="1"/>
          <p:nvPr/>
        </p:nvSpPr>
        <p:spPr>
          <a:xfrm>
            <a:off x="9784080" y="2240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11128248" y="3182112"/>
            <a:ext cx="914" cy="93268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Text 25"/>
          <p:cNvSpPr txBox="1"/>
          <p:nvPr/>
        </p:nvSpPr>
        <p:spPr>
          <a:xfrm>
            <a:off x="1120140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 flipH="1" flipV="1">
            <a:off x="6720840" y="3200400"/>
            <a:ext cx="3474720" cy="1554480"/>
          </a:xfrm>
          <a:prstGeom prst="line">
            <a:avLst/>
          </a:prstGeom>
          <a:noFill/>
          <a:ln w="31750">
            <a:solidFill>
              <a:srgbClr val="FBBF24"/>
            </a:solidFill>
            <a:prstDash val="dash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6446520" y="434340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6446520" y="4343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 Civic ให้ Alice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6035040" y="57607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Alice กับ Bob ชอบรถเหมือนกัน และ Bob ชอบ Civic ที่ Alice ยังไม่ได้ชอบ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เครื่องมือที่ใช้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ทุกส่วนทำงานบนคลาวด์ เปิดใช้งานจากเครื่องไหนก็ได้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018BFF"/>
          </a:solidFill>
          <a:ln w="12700">
            <a:solidFill>
              <a:srgbClr val="018B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18724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Neo4j Aura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Database บนคลาวด์ เก็บ Node และ Relationship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011680"/>
            <a:ext cx="731520" cy="731520"/>
          </a:xfrm>
          <a:prstGeom prst="ellipse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65" y="218724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 Colab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ทดลอง Cypher ทีละขั้นด้วย Python driver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7373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011680"/>
            <a:ext cx="731520" cy="731520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605" y="218724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3544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สร้างเว็บแอปด้วย Python ล้วน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251960"/>
            <a:ext cx="731520" cy="7315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5" y="442752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37360" y="4297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Three.js / model-viewer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120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ฉากพื้นหลัง 3D และโมเดลรถหมุนได้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297680" y="397764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251960"/>
            <a:ext cx="731520" cy="731520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7565" y="4427525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86400" y="4297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 + Streamlit Cloud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5120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เก็บโค้ด รูป โมเดล และ deploy อัตโนมัติ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46720" y="397764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251960"/>
            <a:ext cx="731520" cy="73152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6605" y="4427525"/>
            <a:ext cx="380390" cy="38039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235440" y="4297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Python + pandas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5120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 Neo4j ผ่าน neo4j driver และจัดการตาราง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โครงสร้างกราฟ (Graph Model)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ชนิด Node และ 2 ชนิด Relationship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766560" cy="4480560"/>
          </a:xfrm>
          <a:prstGeom prst="roundRect">
            <a:avLst>
              <a:gd name="adj" fmla="val 2449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743200"/>
            <a:ext cx="1737360" cy="1737360"/>
          </a:xfrm>
          <a:prstGeom prst="ellipse">
            <a:avLst/>
          </a:prstGeom>
          <a:solidFill>
            <a:srgbClr val="38BD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7432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{name}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937760" y="2788920"/>
            <a:ext cx="2103120" cy="1645920"/>
          </a:xfrm>
          <a:prstGeom prst="roundRect">
            <a:avLst>
              <a:gd name="adj" fmla="val 11111"/>
            </a:avLst>
          </a:prstGeom>
          <a:solidFill>
            <a:srgbClr val="FB92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27889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{name, brand,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image, model}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97480" y="3154680"/>
            <a:ext cx="2194560" cy="914"/>
          </a:xfrm>
          <a:prstGeom prst="line">
            <a:avLst/>
          </a:prstGeom>
          <a:noFill/>
          <a:ln w="3175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74320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:LIKES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697480" y="4069080"/>
            <a:ext cx="2194560" cy="914"/>
          </a:xfrm>
          <a:prstGeom prst="line">
            <a:avLst/>
          </a:prstGeom>
          <a:noFill/>
          <a:ln w="31750">
            <a:solidFill>
              <a:srgbClr val="F87171"/>
            </a:solidFill>
            <a:prstDash val="dash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743200" y="4160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:TEST_DROVE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4480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{test_date}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486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Constraint: ชื่อ User และชื่อรถห้ามซ้ำ (UNIQUE)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35240" y="1691640"/>
            <a:ext cx="1828800" cy="20574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635240" y="1965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8B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46920" y="1691640"/>
            <a:ext cx="1828800" cy="20574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646920" y="1965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B92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5400" dirty="0"/>
          </a:p>
        </p:txBody>
      </p:sp>
      <p:sp>
        <p:nvSpPr>
          <p:cNvPr id="20" name="Text 18"/>
          <p:cNvSpPr txBox="1"/>
          <p:nvPr/>
        </p:nvSpPr>
        <p:spPr>
          <a:xfrm>
            <a:off x="964692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35240" y="3977640"/>
            <a:ext cx="1828800" cy="20574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635240" y="4251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32</a:t>
            </a:r>
            <a:endParaRPr lang="en-US" sz="54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5303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46920" y="3977640"/>
            <a:ext cx="1828800" cy="2057400"/>
          </a:xfrm>
          <a:prstGeom prst="roundRect">
            <a:avLst>
              <a:gd name="adj" fmla="val 6000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646920" y="4251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871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5400" dirty="0"/>
          </a:p>
        </p:txBody>
      </p:sp>
      <p:sp>
        <p:nvSpPr>
          <p:cNvPr id="26" name="Text 24"/>
          <p:cNvSpPr txBox="1"/>
          <p:nvPr/>
        </p:nvSpPr>
        <p:spPr>
          <a:xfrm>
            <a:off x="9646920" y="5303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TEST_DROVE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ข้อมูลรถพร้อมรูปภาพ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รถ 10 รุ่น แต่ละคันเก็บ path ของรูปและโมเดล 3D ไว้ใน Node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57400" cy="1285875"/>
          </a:xfrm>
          <a:prstGeom prst="roundRect">
            <a:avLst>
              <a:gd name="adj" fmla="val 568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tmp/claude-0/-home-claude/6414398d-f2fb-5f84-b2d5-e82f022c0b8d/scratchpad/shotapp/images/toyota_yar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691640"/>
            <a:ext cx="1965960" cy="11944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95803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Toyota Yaris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88920" y="1645920"/>
            <a:ext cx="2057400" cy="1285875"/>
          </a:xfrm>
          <a:prstGeom prst="roundRect">
            <a:avLst>
              <a:gd name="adj" fmla="val 568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1" descr="/tmp/claude-0/-home-claude/6414398d-f2fb-5f84-b2d5-e82f022c0b8d/scratchpad/shotapp/images/honda_cit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34640" y="1691640"/>
            <a:ext cx="1965960" cy="119443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788920" y="2995803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Honda City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0" y="1645920"/>
            <a:ext cx="2057400" cy="1285875"/>
          </a:xfrm>
          <a:prstGeom prst="roundRect">
            <a:avLst>
              <a:gd name="adj" fmla="val 568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2" descr="/tmp/claude-0/-home-claude/6414398d-f2fb-5f84-b2d5-e82f022c0b8d/scratchpad/shotapp/images/toyota_coroll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74920" y="1691640"/>
            <a:ext cx="1965960" cy="119443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029200" y="2995803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Toyota Corolla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269480" y="1645920"/>
            <a:ext cx="2057400" cy="1285875"/>
          </a:xfrm>
          <a:prstGeom prst="roundRect">
            <a:avLst>
              <a:gd name="adj" fmla="val 568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4" name="Image 3" descr="/tmp/claude-0/-home-claude/6414398d-f2fb-5f84-b2d5-e82f022c0b8d/scratchpad/shotapp/images/honda_civic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15200" y="1691640"/>
            <a:ext cx="1965960" cy="119443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269480" y="2995803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Honda Civic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9509760" y="1645920"/>
            <a:ext cx="2057400" cy="1285875"/>
          </a:xfrm>
          <a:prstGeom prst="roundRect">
            <a:avLst>
              <a:gd name="adj" fmla="val 568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4" descr="/tmp/claude-0/-home-claude/6414398d-f2fb-5f84-b2d5-e82f022c0b8d/scratchpad/shotapp/images/mazda_3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555480" y="1691640"/>
            <a:ext cx="1965960" cy="119443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509760" y="2995803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Mazda 3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48640" y="3474720"/>
            <a:ext cx="2057400" cy="1285875"/>
          </a:xfrm>
          <a:prstGeom prst="roundRect">
            <a:avLst>
              <a:gd name="adj" fmla="val 568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0" name="Image 5" descr="/tmp/claude-0/-home-claude/6414398d-f2fb-5f84-b2d5-e82f022c0b8d/scratchpad/shotapp/images/nissan_almera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94360" y="3520440"/>
            <a:ext cx="1965960" cy="119443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48640" y="4824603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Nissan Almera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2788920" y="3474720"/>
            <a:ext cx="2057400" cy="1285875"/>
          </a:xfrm>
          <a:prstGeom prst="roundRect">
            <a:avLst>
              <a:gd name="adj" fmla="val 568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3" name="Image 6" descr="/tmp/claude-0/-home-claude/6414398d-f2fb-5f84-b2d5-e82f022c0b8d/scratchpad/shotapp/images/ford_ranger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834640" y="3520440"/>
            <a:ext cx="1965960" cy="1194435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2788920" y="4824603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Ford Ranger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5029200" y="3474720"/>
            <a:ext cx="2057400" cy="1285875"/>
          </a:xfrm>
          <a:prstGeom prst="roundRect">
            <a:avLst>
              <a:gd name="adj" fmla="val 568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6" name="Image 7" descr="/tmp/claude-0/-home-claude/6414398d-f2fb-5f84-b2d5-e82f022c0b8d/scratchpad/shotapp/images/toyota_camry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074920" y="3520440"/>
            <a:ext cx="1965960" cy="1194435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5029200" y="4824603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Toyota Camry</a:t>
            </a:r>
            <a:endParaRPr lang="en-US" sz="1300" dirty="0"/>
          </a:p>
        </p:txBody>
      </p:sp>
      <p:sp>
        <p:nvSpPr>
          <p:cNvPr id="28" name="Shape 18"/>
          <p:cNvSpPr/>
          <p:nvPr/>
        </p:nvSpPr>
        <p:spPr>
          <a:xfrm>
            <a:off x="7269480" y="3474720"/>
            <a:ext cx="2057400" cy="1285875"/>
          </a:xfrm>
          <a:prstGeom prst="roundRect">
            <a:avLst>
              <a:gd name="adj" fmla="val 568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9" name="Image 8" descr="/tmp/claude-0/-home-claude/6414398d-f2fb-5f84-b2d5-e82f022c0b8d/scratchpad/shotapp/images/honda_accor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315200" y="3520440"/>
            <a:ext cx="1965960" cy="119443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7269480" y="4824603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Honda Accord</a:t>
            </a:r>
            <a:endParaRPr lang="en-US" sz="1300" dirty="0"/>
          </a:p>
        </p:txBody>
      </p:sp>
      <p:sp>
        <p:nvSpPr>
          <p:cNvPr id="31" name="Shape 20"/>
          <p:cNvSpPr/>
          <p:nvPr/>
        </p:nvSpPr>
        <p:spPr>
          <a:xfrm>
            <a:off x="9509760" y="3474720"/>
            <a:ext cx="2057400" cy="1285875"/>
          </a:xfrm>
          <a:prstGeom prst="roundRect">
            <a:avLst>
              <a:gd name="adj" fmla="val 568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32" name="Image 9" descr="/tmp/claude-0/-home-claude/6414398d-f2fb-5f84-b2d5-e82f022c0b8d/scratchpad/shotapp/images/mazda_cx-5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555480" y="3520440"/>
            <a:ext cx="1965960" cy="1194435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9509760" y="4824603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Mazda CX-5</a:t>
            </a:r>
            <a:endParaRPr lang="en-US" sz="1300" dirty="0"/>
          </a:p>
        </p:txBody>
      </p:sp>
      <p:sp>
        <p:nvSpPr>
          <p:cNvPr id="34" name="Shape 22"/>
          <p:cNvSpPr/>
          <p:nvPr/>
        </p:nvSpPr>
        <p:spPr>
          <a:xfrm>
            <a:off x="548640" y="5349240"/>
            <a:ext cx="11109960" cy="914400"/>
          </a:xfrm>
          <a:prstGeom prst="roundRect">
            <a:avLst>
              <a:gd name="adj" fmla="val 12000"/>
            </a:avLst>
          </a:prstGeom>
          <a:solidFill>
            <a:srgbClr val="1A2540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5577840"/>
            <a:ext cx="457200" cy="45720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1417320" y="5440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(:Car {name: "Toyota Yaris", brand: "Toyota", image: "images/toyota_yaris.png", model: "models/toyota_yaris.glb"})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Neo4j เก็บแค่ path ส่วนไฟล์รูปและโมเดลอยู่ในโฟลเดอร์ images/ และ models/ ของ GitHub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หัวใจของระบบ: Cypher Query แนะนำรถ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เดินกราฟ 3 ทอดใน query เดียว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4480560"/>
          </a:xfrm>
          <a:prstGeom prst="roundRect">
            <a:avLst>
              <a:gd name="adj" fmla="val 2449"/>
            </a:avLst>
          </a:prstGeom>
          <a:solidFill>
            <a:srgbClr val="0A0F1A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6217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(me:User {name: $name})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-[:LIKES]-&gt;(shared:Car)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&lt;-[:LIKES]-(other:User)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-[:LIKES]-&gt;(car:Car)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other &lt;&gt; me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 EXISTS { (me)-[:LIKES]-&gt;(car) }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 EXISTS { (me)-[:TEST_DROVE]-&gt;(car) }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car.name, car.image,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count(*) AS score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DESC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1828800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7532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เริ่มจาก User ที่เลือก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75320" y="2167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ไปหารถที่เขาชอบ (shared)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0" y="2926080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ย้อนหาคนที่ชอบรถคันเดียวกัน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3264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ได้กลุ่มคนรสนิยมคล้ายกัน (other)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4023360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ดูรถอื่นที่คนกลุ่มนั้นชอบ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43616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ตัดรถที่ชอบแล้ว / ลองขับแล้วออก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0" y="512064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5074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score = จำนวนเส้นทาง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54589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ยิ่งหลายทาง ยิ่งน่าแนะนำ · ส่ง image ไปแสดงรูป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ตัวอย่าง: แนะนำรถให้ Alice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ผลลัพธ์มาพร้อมรูปรถ คะแนน และเหตุผลว่าใครเป็นคนทำให้ได้คะแนน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4480560"/>
          </a:xfrm>
          <a:prstGeom prst="roundRect">
            <a:avLst>
              <a:gd name="adj" fmla="val 3333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Alice ชอบ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1600200" cy="1000125"/>
          </a:xfrm>
          <a:prstGeom prst="roundRect">
            <a:avLst>
              <a:gd name="adj" fmla="val 7314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tmp/claude-0/-home-claude/6414398d-f2fb-5f84-b2d5-e82f022c0b8d/scratchpad/shotapp/images/toyota_yar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2377440"/>
            <a:ext cx="1508760" cy="90868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514600" y="2606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Toyota Yaris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3566160"/>
            <a:ext cx="1600200" cy="1000125"/>
          </a:xfrm>
          <a:prstGeom prst="roundRect">
            <a:avLst>
              <a:gd name="adj" fmla="val 7314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/tmp/claude-0/-home-claude/6414398d-f2fb-5f84-b2d5-e82f022c0b8d/scratchpad/shotapp/images/honda_cit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" y="3611880"/>
            <a:ext cx="1508760" cy="90868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14600" y="3840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Honda City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77240" y="4800600"/>
            <a:ext cx="1600200" cy="1000125"/>
          </a:xfrm>
          <a:prstGeom prst="roundRect">
            <a:avLst>
              <a:gd name="adj" fmla="val 7314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/tmp/claude-0/-home-claude/6414398d-f2fb-5f84-b2d5-e82f022c0b8d/scratchpad/shotapp/images/toyota_coroll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960" y="4846320"/>
            <a:ext cx="1508760" cy="90868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514600" y="5074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Toyota Corolla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977640" y="3931920"/>
            <a:ext cx="594360" cy="914"/>
          </a:xfrm>
          <a:prstGeom prst="line">
            <a:avLst/>
          </a:prstGeom>
          <a:noFill/>
          <a:ln w="3810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4709160" y="1691640"/>
            <a:ext cx="6949440" cy="914400"/>
          </a:xfrm>
          <a:prstGeom prst="roundRect">
            <a:avLst>
              <a:gd name="adj" fmla="val 12000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846320" y="1920240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8463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440680" y="1801368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0" name="Image 3" descr="/tmp/claude-0/-home-claude/6414398d-f2fb-5f84-b2d5-e82f022c0b8d/scratchpad/shotapp/images/mazda_3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0" y="1847088"/>
            <a:ext cx="1005840" cy="5943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20840" y="17830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Mazda 3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2167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Charlie, David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006840" y="2029968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006840" y="2029968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109270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Shape 20"/>
          <p:cNvSpPr/>
          <p:nvPr/>
        </p:nvSpPr>
        <p:spPr>
          <a:xfrm>
            <a:off x="4709160" y="2715768"/>
            <a:ext cx="6949440" cy="914400"/>
          </a:xfrm>
          <a:prstGeom prst="roundRect">
            <a:avLst>
              <a:gd name="adj" fmla="val 12000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846320" y="2944368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84632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5440680" y="2825496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30" name="Image 4" descr="/tmp/claude-0/-home-claude/6414398d-f2fb-5f84-b2d5-e82f022c0b8d/scratchpad/shotapp/images/mazda_cx-5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86400" y="2871216"/>
            <a:ext cx="1005840" cy="5943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720840" y="28072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Mazda CX-5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6720840" y="31912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Ivy, Jack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9006840" y="3054096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006840" y="3054096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1092708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Shape 29"/>
          <p:cNvSpPr/>
          <p:nvPr/>
        </p:nvSpPr>
        <p:spPr>
          <a:xfrm>
            <a:off x="4709160" y="3739896"/>
            <a:ext cx="6949440" cy="914400"/>
          </a:xfrm>
          <a:prstGeom prst="roundRect">
            <a:avLst>
              <a:gd name="adj" fmla="val 12000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846320" y="3968496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484632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Shape 32"/>
          <p:cNvSpPr/>
          <p:nvPr/>
        </p:nvSpPr>
        <p:spPr>
          <a:xfrm>
            <a:off x="5440680" y="3849624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40" name="Image 5" descr="/tmp/claude-0/-home-claude/6414398d-f2fb-5f84-b2d5-e82f022c0b8d/scratchpad/shotapp/images/honda_accor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486400" y="3895344"/>
            <a:ext cx="1005840" cy="59436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6720840" y="38313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Honda Accord</a:t>
            </a:r>
            <a:endParaRPr lang="en-US" sz="1600" dirty="0"/>
          </a:p>
        </p:txBody>
      </p:sp>
      <p:sp>
        <p:nvSpPr>
          <p:cNvPr id="42" name="Text 34"/>
          <p:cNvSpPr txBox="1"/>
          <p:nvPr/>
        </p:nvSpPr>
        <p:spPr>
          <a:xfrm>
            <a:off x="6720840" y="42153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Ivy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9006840" y="4078224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9006840" y="4078224"/>
            <a:ext cx="609600" cy="23774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10927080" y="3922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200" dirty="0"/>
          </a:p>
        </p:txBody>
      </p:sp>
      <p:sp>
        <p:nvSpPr>
          <p:cNvPr id="46" name="Shape 38"/>
          <p:cNvSpPr/>
          <p:nvPr/>
        </p:nvSpPr>
        <p:spPr>
          <a:xfrm>
            <a:off x="4709160" y="4764024"/>
            <a:ext cx="6949440" cy="914400"/>
          </a:xfrm>
          <a:prstGeom prst="roundRect">
            <a:avLst>
              <a:gd name="adj" fmla="val 12000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4846320" y="4992624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4846320" y="4992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49" name="Shape 41"/>
          <p:cNvSpPr/>
          <p:nvPr/>
        </p:nvSpPr>
        <p:spPr>
          <a:xfrm>
            <a:off x="5440680" y="4873752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0" name="Image 6" descr="/tmp/claude-0/-home-claude/6414398d-f2fb-5f84-b2d5-e82f022c0b8d/scratchpad/shotapp/images/nissan_almera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486400" y="4919472"/>
            <a:ext cx="1005840" cy="594360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6720840" y="48554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Nissan Almera</a:t>
            </a:r>
            <a:endParaRPr lang="en-US" sz="1600" dirty="0"/>
          </a:p>
        </p:txBody>
      </p:sp>
      <p:sp>
        <p:nvSpPr>
          <p:cNvPr id="52" name="Text 43"/>
          <p:cNvSpPr txBox="1"/>
          <p:nvPr/>
        </p:nvSpPr>
        <p:spPr>
          <a:xfrm>
            <a:off x="6720840" y="5239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David</a:t>
            </a:r>
            <a:endParaRPr lang="en-US" sz="1200" dirty="0"/>
          </a:p>
        </p:txBody>
      </p:sp>
      <p:sp>
        <p:nvSpPr>
          <p:cNvPr id="53" name="Shape 44"/>
          <p:cNvSpPr/>
          <p:nvPr/>
        </p:nvSpPr>
        <p:spPr>
          <a:xfrm>
            <a:off x="9006840" y="5102352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9006840" y="5102352"/>
            <a:ext cx="609600" cy="23774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10927080" y="4946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200" dirty="0"/>
          </a:p>
        </p:txBody>
      </p:sp>
      <p:sp>
        <p:nvSpPr>
          <p:cNvPr id="56" name="Text 47"/>
          <p:cNvSpPr txBox="1"/>
          <p:nvPr/>
        </p:nvSpPr>
        <p:spPr>
          <a:xfrm>
            <a:off x="4709160" y="58978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71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Honda Civic ได้ 4 คะแนน แต่ไม่ถูกแนะนำ เพราะ Alice ลองขับไปแล้ว (TEST_DROVE)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6414398d-f2fb-5f84-b2d5-e82f022c0b8d/scratchpad/shots/06_search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5852160" y="0"/>
            <a:ext cx="63395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52160" y="0"/>
            <a:ext cx="6339535" cy="6858000"/>
          </a:xfrm>
          <a:prstGeom prst="rect">
            <a:avLst/>
          </a:prstGeom>
          <a:solidFill>
            <a:srgbClr val="0B1220">
              <a:alpha val="55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38B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DEMO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645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สาธิตการใช้งานระบบ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31520" y="274320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743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 (Dashboard)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31520" y="3310128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310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33101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แนะนำรถพร้อมรูป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31520" y="3877056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877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8770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ค้นหารถ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31520" y="4443984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44439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44439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3D Showroom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731520" y="5010912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5010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50109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· แก้ไข · ลบข้อมูล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731520" y="557784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577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5577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Explorer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ภาพรวมระบบ (Dashboard)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เปิดแอปมาเจอสถิติทั้งหมด พื้นหลังเป็นโชว์รูม 3D ที่หมุนตามเมาส์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7680960" cy="4446447"/>
          </a:xfrm>
          <a:prstGeom prst="roundRect">
            <a:avLst>
              <a:gd name="adj" fmla="val 2056"/>
            </a:avLst>
          </a:prstGeom>
          <a:solidFill>
            <a:srgbClr val="1A2540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tmp/claude-0/-home-claude/6414398d-f2fb-5f84-b2d5-e82f022c0b8d/scratchpad/shots/0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09928"/>
            <a:ext cx="7552944" cy="431843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03920" y="1645920"/>
            <a:ext cx="3154680" cy="4443984"/>
          </a:xfrm>
          <a:prstGeom prst="roundRect">
            <a:avLst>
              <a:gd name="adj" fmla="val 3478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73252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สิ่งที่สาธิต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77440"/>
            <a:ext cx="2743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 User / Car / LIKES / TEST_DROVE ดึงสดจาก Neo4j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รถยอดนิยม 4 อันดับแรกพร้อมรูป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 User ดูรถที่ชอบ ประวัติลองขับ และคนที่ชอบรถคล้ายกัน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เมนูด้านบนกดเปลี่ยนหน้า กล้อง 3D จะหมุนไปมุมใหม่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732520" y="5257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ลองขยับเมาส์ให้ผู้ชมเห็นฉาก 3D หมุนตาม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แนะนำรถพร้อมรูปภาพ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 User แล้วระบบแสดงรถที่แนะนำ รูปรถ คะแนน และเหตุผล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7680960" cy="4446447"/>
          </a:xfrm>
          <a:prstGeom prst="roundRect">
            <a:avLst>
              <a:gd name="adj" fmla="val 2056"/>
            </a:avLst>
          </a:prstGeom>
          <a:solidFill>
            <a:srgbClr val="1A2540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tmp/claude-0/-home-claude/6414398d-f2fb-5f84-b2d5-e82f022c0b8d/scratchpad/shots/03_recomm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09928"/>
            <a:ext cx="7552944" cy="431843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03920" y="1645920"/>
            <a:ext cx="3154680" cy="4443984"/>
          </a:xfrm>
          <a:prstGeom prst="roundRect">
            <a:avLst>
              <a:gd name="adj" fmla="val 3478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73252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สิ่งที่สาธิต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77440"/>
            <a:ext cx="2743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เลือกโหมด: จากรถที่คนคล้ายกันชอบ หรือที่เคยลองขับ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การ์ดแต่ละคันมีรูปรถ อันดับ และ score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บอกเหตุผล เช่น Charlie, David ชอบรถคันนี้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ด้านล่างเลือกดูรถที่แนะนำเป็นโมเดล 3D ได้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732520" y="5257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ตรงกับโจทย์: ระบบแนะนำต้องแสดงภาพของสิ่งที่แนะนำ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ค้นหารถ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ค้นจากชื่อรุ่นหรือกรองตามยี่ห้อ แสดงเป็นแกลเลอรีรูปกรอบเท่ากัน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7680960" cy="4446447"/>
          </a:xfrm>
          <a:prstGeom prst="roundRect">
            <a:avLst>
              <a:gd name="adj" fmla="val 2056"/>
            </a:avLst>
          </a:prstGeom>
          <a:solidFill>
            <a:srgbClr val="1A2540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tmp/claude-0/-home-claude/6414398d-f2fb-5f84-b2d5-e82f022c0b8d/scratchpad/shots/06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09928"/>
            <a:ext cx="7552944" cy="431843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03920" y="1645920"/>
            <a:ext cx="3154680" cy="4443984"/>
          </a:xfrm>
          <a:prstGeom prst="roundRect">
            <a:avLst>
              <a:gd name="adj" fmla="val 3478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73252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สิ่งที่สาธิต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77440"/>
            <a:ext cx="2743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พิมพ์ชื่อรุ่น เช่น Civic, Mazda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กรองตามยี่ห้อ Toyota / Honda / Mazda ...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การ์ดแสดงจำนวนคนชอบ ❤ และลองขับ 🔑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เปิดดูแบบตารางพร้อมรายชื่อคนที่ชอบได้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3D Showroom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ดูรถเป็นโมเดล 3D หมุน ซูมได้ และกดชอบหรือบันทึกลองขับได้ทันที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7680960" cy="4446447"/>
          </a:xfrm>
          <a:prstGeom prst="roundRect">
            <a:avLst>
              <a:gd name="adj" fmla="val 2056"/>
            </a:avLst>
          </a:prstGeom>
          <a:solidFill>
            <a:srgbClr val="1A2540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tmp/claude-0/-home-claude/6414398d-f2fb-5f84-b2d5-e82f022c0b8d/scratchpad/shots/11_show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09928"/>
            <a:ext cx="7552944" cy="431843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03920" y="1645920"/>
            <a:ext cx="3154680" cy="4443984"/>
          </a:xfrm>
          <a:prstGeom prst="roundRect">
            <a:avLst>
              <a:gd name="adj" fmla="val 3478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73252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สิ่งที่สาธิต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77440"/>
            <a:ext cx="2743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ลากเพื่อหมุนรอบรถ · scroll เพื่อซูม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แสดงจำนวนคนชอบ / ลองขับ และรายชื่อคนที่ชอบ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❤ ชอบรถคันนี้ → สร้างเส้น LIKES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🔑 บันทึกทดลองขับ → สร้าง TEST_DROVE พร้อมวันที่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732520" y="5257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โมเดลในภาพเป็นตัวอย่าง เปลี่ยนเป็นโมเดลจริง (.glb) ได้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· แก้ไข · ลบข้อมูล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 User, Car, LIKES และ TEST_DROVE ได้ครบจากหน้าเว็บ ข้อมูลเขียนลง Neo4j ทันที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120640" cy="3006970"/>
          </a:xfrm>
          <a:prstGeom prst="roundRect">
            <a:avLst>
              <a:gd name="adj" fmla="val 3041"/>
            </a:avLst>
          </a:prstGeom>
          <a:solidFill>
            <a:srgbClr val="1A2540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tmp/claude-0/-home-claude/6414398d-f2fb-5f84-b2d5-e82f022c0b8d/scratchpad/shots/08_man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09928"/>
            <a:ext cx="4992624" cy="287895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37960" y="1645920"/>
            <a:ext cx="5120640" cy="3006970"/>
          </a:xfrm>
          <a:prstGeom prst="roundRect">
            <a:avLst>
              <a:gd name="adj" fmla="val 3041"/>
            </a:avLst>
          </a:prstGeom>
          <a:solidFill>
            <a:srgbClr val="1A2540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tmp/claude-0/-home-claude/6414398d-f2fb-5f84-b2d5-e82f022c0b8d/scratchpad/shots/09_manage_for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709928"/>
            <a:ext cx="4992624" cy="287895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4854058"/>
            <a:ext cx="548640" cy="5486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4985732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483577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แก้ในตารางได้ทันที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280160" y="518324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ดับเบิลคลิกช่อง ✏️ แล้วกด 💾 บันทึก แก้หลายรายการพร้อมกันได้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537960" y="4854058"/>
            <a:ext cx="548640" cy="5486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634" y="4985732"/>
            <a:ext cx="285293" cy="28529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269480" y="483577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ฟอร์ม เพิ่ม / แก้ไข / ลบ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7269480" y="518324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ลบต้องติ๊กยืนยัน · ชื่อซ้ำระบบไม่ยอม · เปลี่ยนชื่อแล้วความสัมพันธ์ยังอยู่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48640" y="5852160"/>
            <a:ext cx="2651760" cy="621792"/>
          </a:xfrm>
          <a:prstGeom prst="roundRect">
            <a:avLst>
              <a:gd name="adj" fmla="val 17647"/>
            </a:avLst>
          </a:prstGeom>
          <a:solidFill>
            <a:srgbClr val="1A2540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85800" y="585216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แก้ได้: ชื่อ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355848" y="5852160"/>
            <a:ext cx="2651760" cy="621792"/>
          </a:xfrm>
          <a:prstGeom prst="roundRect">
            <a:avLst>
              <a:gd name="adj" fmla="val 17647"/>
            </a:avLst>
          </a:prstGeom>
          <a:solidFill>
            <a:srgbClr val="1A2540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3493008" y="585216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แก้ได้: ชื่อรุ่น · ยี่ห้อ · รูป · โมเดล 3D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163056" y="5852160"/>
            <a:ext cx="2651760" cy="621792"/>
          </a:xfrm>
          <a:prstGeom prst="roundRect">
            <a:avLst>
              <a:gd name="adj" fmla="val 17647"/>
            </a:avLst>
          </a:prstGeom>
          <a:solidFill>
            <a:srgbClr val="1A2540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300216" y="585216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แก้ได้: เปลี่ยนรถที่ชอบ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970264" y="5852160"/>
            <a:ext cx="2651760" cy="621792"/>
          </a:xfrm>
          <a:prstGeom prst="roundRect">
            <a:avLst>
              <a:gd name="adj" fmla="val 17647"/>
            </a:avLst>
          </a:prstGeom>
          <a:solidFill>
            <a:srgbClr val="1A2540"/>
          </a:solidFill>
          <a:ln w="9525">
            <a:solidFill>
              <a:srgbClr val="2A3754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107424" y="585216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TEST_DROVE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แก้ได้: รถ · วันที่ลองขับ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Explorer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058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ดูความสัมพันธ์ทั้งหมดเป็นกราฟโต้ตอบได้ในกรอบเดียว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7680960" cy="4446447"/>
          </a:xfrm>
          <a:prstGeom prst="roundRect">
            <a:avLst>
              <a:gd name="adj" fmla="val 2056"/>
            </a:avLst>
          </a:prstGeom>
          <a:solidFill>
            <a:srgbClr val="1A2540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tmp/claude-0/-home-claude/6414398d-f2fb-5f84-b2d5-e82f022c0b8d/scratchpad/shots/07_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09928"/>
            <a:ext cx="7552944" cy="431843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03920" y="1645920"/>
            <a:ext cx="3154680" cy="4443984"/>
          </a:xfrm>
          <a:prstGeom prst="roundRect">
            <a:avLst>
              <a:gd name="adj" fmla="val 3478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73252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สิ่งที่สาธิต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377440"/>
            <a:ext cx="2743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scroll เพื่อซูม · ลากเพื่อเลื่อน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 node เพื่อไฮไลต์เฉพาะสิ่งที่เชื่อมกัน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เส้นทึบ = LIKES · เส้นประแดง = TEST_DROVE พร้อมวันที่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เลือกดูเฉพาะ User คนเดียวได้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สถาปัตยกรรมและการ Deploy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แก้โค้ดแล้ว push ขึ้น GitHub → Streamlit Cloud อัปเดตแอปให้อัตโนมัติ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83080" y="2103120"/>
            <a:ext cx="822960" cy="822960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0590" y="23006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118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app.py · neo4j_service.py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images/ รูปรถ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models/ โมเดล 3D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82880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2103120"/>
            <a:ext cx="822960" cy="822960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0" y="230063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3484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Streamlit Cloud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6118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รันเว็บแอป Python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ซ่อนรหัสผ่านใน Secrets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URL สาธารณะ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21040" y="182880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55480" y="2103120"/>
            <a:ext cx="822960" cy="822960"/>
          </a:xfrm>
          <a:prstGeom prst="ellipse">
            <a:avLst/>
          </a:prstGeom>
          <a:solidFill>
            <a:srgbClr val="018BFF"/>
          </a:solidFill>
          <a:ln w="12700">
            <a:solidFill>
              <a:srgbClr val="018B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990" y="230063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Neo4j Aura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36118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 · Car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LIKES · TEST_DROVE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Cypher query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886200" y="3429000"/>
            <a:ext cx="502920" cy="914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772400" y="3291840"/>
            <a:ext cx="502920" cy="914"/>
          </a:xfrm>
          <a:prstGeom prst="line">
            <a:avLst/>
          </a:prstGeom>
          <a:noFill/>
          <a:ln w="3810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 flipH="1">
            <a:off x="7772400" y="3611880"/>
            <a:ext cx="502920" cy="914"/>
          </a:xfrm>
          <a:prstGeom prst="line">
            <a:avLst/>
          </a:prstGeom>
          <a:noFill/>
          <a:ln w="3810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22" name="Text 17"/>
          <p:cNvSpPr txBox="1"/>
          <p:nvPr/>
        </p:nvSpPr>
        <p:spPr>
          <a:xfrm>
            <a:off x="7132320" y="37947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neo4j+s:// (เข้ารหัส)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" y="5349240"/>
            <a:ext cx="11109960" cy="868680"/>
          </a:xfrm>
          <a:prstGeom prst="roundRect">
            <a:avLst>
              <a:gd name="adj" fmla="val 12632"/>
            </a:avLst>
          </a:prstGeom>
          <a:solidFill>
            <a:srgbClr val="1A2540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77240" y="5513832"/>
            <a:ext cx="548640" cy="5486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5645506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508760" y="54406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ผู้ใช้เปิดผ่านเบราว์เซอร์ได้จากทุกเครื่อง ส่วนฉาก 3D และโมเดลรถเรนเดอร์บนเครื่องผู้ใช้ด้วย WebGL (Three.js / model-viewer)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Graph Database ทำให้ระบบแนะนำเข้าใจง่าย อธิบายเหตุผลได้ และต่อยอดได้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สิ่งที่ทำได้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803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ระบบแนะนำรถจากกราฟความชอบ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แสดงรูปรถในทุกผลลัพธ์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แก้ไข ลบข้อมูลผ่านเว็บ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3D Showroom และกราฟโต้ตอบได้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21195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จุดเด่นของ Graph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8803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query แนะนำเขียนสั้นใน Cypher เดียว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บอกได้ว่าแนะนำเพราะใคร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ความสัมพันธ์เก็บข้อมูลได้ (วันที่)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Node/เส้นชนิดใหม่ได้ง่าย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173736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131C2E"/>
          </a:solidFill>
          <a:ln w="9525">
            <a:solidFill>
              <a:srgbClr val="2A37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21195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9828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แนวทางต่อยอด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88036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RATED ให้คะแนน 1–5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แนะนำตามงบประมาณ / ประเภทรถ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login ให้ผู้ใช้แต่ละคน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Graph Data Science หาคนคล้ายกัน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49412"/>
            </a:avLst>
          </a:prstGeom>
          <a:solidFill>
            <a:srgbClr val="1A25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48640" y="5486400"/>
            <a:ext cx="11109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  </a:t>
            </a:r>
            <a:pPr algn="ctr"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· ถาม-ตอบ (Q&amp;A)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Recommended — ระบบแนะนำรถยนต์ด้วย Graph Database</dc:title>
  <dc:subject>PptxGenJS Presentation</dc:subject>
  <dc:creator>PptxGenJS</dc:creator>
  <cp:lastModifiedBy>PptxGenJS</cp:lastModifiedBy>
  <cp:revision>1</cp:revision>
  <dcterms:created xsi:type="dcterms:W3CDTF">2026-10-01T12:04:00Z</dcterms:created>
  <dcterms:modified xsi:type="dcterms:W3CDTF">2026-10-01T12:04:00Z</dcterms:modified>
</cp:coreProperties>
</file>