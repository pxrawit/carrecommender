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แนะนำหัวข้อ: Car Recommended คือระบบแนะนำรถยนต์ที่เก็บข้อมูลเป็นกราฟใน Neo4j และแสดงผลเป็นเว็บแอปด้วย Streamlit ทุกคำแนะนำมีรูปรถแสดงประกอบ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อธิบายแนวคิด: ถ้า Alice และ Bob ชอบรถรุ่นเดียวกัน แสดงว่ารสนิยมคล้ายกัน รถที่ Bob ชอบแต่ Alice ยังไม่ได้ชอบ (Honda Civic) จึงน่าแนะนำให้ Alice เป็นการเดินกราฟแค่ 3 ทอด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รวม 20 Node และ 42 Relationship · TEST_DROVE เก็บวันที่ทดลองขับไว้บนเส้น ซึ่งเป็นจุดเด่นของ Graph Database ที่ความสัมพันธ์มี property 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ระบบแสดงรูปรถในทุกหน้าที่แนะนำ: ตัวไฟล์อยู่ใน GitHub ส่วน Neo4j เก็บ property image เป็น path เมื่อแอปดึงข้อมูลรถมา ก็เอา path ไปเปิดรูปมาแสดง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 query ทีละบรรทัด: ถ้าทำใน SQL ต้อง JOIN ตาราง likes กับตัวเองหลายรอบ แต่ใน Cypher เขียนเป็นรูปแบบเส้นทางได้ตรง ๆ และ count(*) นับจำนวนเส้นทางเป็นคะแนน · ในแอปมีอีกโหมดที่เปลี่ยนทอดสุดท้ายเป็น -[:TEST_DROVE]-&gt; เพื่อแนะนำรถที่คนคล้ายกันเคยลองขับ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Mazda 3 ได้ 3 คะแนน: Charlie ชอบรถเหมือน Alice 2 รุ่น (2 เส้นทาง) + David 1 รุ่น (1 เส้นทาง) · Mazda CX-5 ได้ 3 จาก Jack 2 + Ivy 1 · ระบบตัด Honda Civic ออกเพราะมีเส้น TEST_DROVE อยู่แล้ว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เปิดเว็บแอปที่ deploy บน Streamlit Cloud แล้วสาธิตตามลำดับ 7 ขั้น (ภาพในสไลด์ถัดไปใช้เป็นแผนสำรองถ้าอินเทอร์เน็ตมีปัญหา)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1) ชี้ตัวเลขสถิติ 2) ชี้รถยอดนิยม 3) เลื่อนลงเลือก Alice ให้เห็นโปรไฟล์ 3 กรอบ (Bob ชอบรถตรงกัน 3 คัน)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เลือก Alice → โหมด 'รถที่คนคล้ายกันชอบ' → ชี้ว่าการ์ด #1 Mazda 3 มีรูปรถและเหตุผล → สลับเป็นโหมด 'เคยลองขับ' ให้เห็นผลเปลี่ยน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เลื่อนลงใต้รายการแนะนำ → เลือก Mazda 3 → ลากหมุนโมเดลให้ดู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พิมพ์ 'Mazda' → เลือกยี่ห้อ Toyota → ชี้ว่ารูปทุกใบอยู่ในกรอบขนาดเท่ากัน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เลือกรถ → หมุนโมเดล → เลือก User แล้วกดชอบ → กลับไปหน้าแนะนำรถให้เห็นว่าผลเปลี่ยน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1) เพิ่ม User ใหม่ 2) ดับเบิลคลิกแก้ชื่อในตารางแล้วกดบันทึก 3) แท็บ Car อัปโหลดรูป/โมเดล 4) แท็บ TEST_DROVE แก้วันที่ 5) ลบโดยติ๊กยืนยัน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เริ่มจาก (ทั้งหมด) → เลือก Alice → คลิก node Alice ให้ไฮไลต์ → อธิบายว่าเส้นทาง Alice → รถ ← คนอื่น คือที่มาของคะแนน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image" Target="../media/image-5-8.jpg"/><Relationship Id="rId9" Type="http://schemas.openxmlformats.org/officeDocument/2006/relationships/image" Target="../media/image-5-9.jpg"/><Relationship Id="rId10" Type="http://schemas.openxmlformats.org/officeDocument/2006/relationships/image" Target="../media/image-5-10.jp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image" Target="../media/image-17-7.jpg"/><Relationship Id="rId8" Type="http://schemas.openxmlformats.org/officeDocument/2006/relationships/image" Target="../media/image-17-8.jpg"/><Relationship Id="rId9" Type="http://schemas.openxmlformats.org/officeDocument/2006/relationships/image" Target="../media/image-17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 </a:t>
            </a:r>
            <a:pPr indent="0" marL="0">
              <a:buNone/>
            </a:pPr>
            <a:r>
              <a:rPr lang="en-US" sz="1300" spc="400" kern="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RECOMMENDED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 recommendation · Neo4j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 your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 car.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ระบบแนะนำรถยนต์จากคนที่ชอบรถแบบเดียวกับคุณ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234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9377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4937760"/>
            <a:ext cx="1234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49377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4937760"/>
            <a:ext cx="1234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49377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4937760"/>
            <a:ext cx="12344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49377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</a:t>
            </a:r>
            <a:endParaRPr lang="en-US" sz="1100" dirty="0"/>
          </a:p>
        </p:txBody>
      </p:sp>
      <p:pic>
        <p:nvPicPr>
          <p:cNvPr id="14" name="Image 0" descr="/home/claude/deck/carsjpg/mazda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45936" y="1316736"/>
            <a:ext cx="5413248" cy="3355848"/>
          </a:xfrm>
          <a:prstGeom prst="rect">
            <a:avLst/>
          </a:prstGeom>
        </p:spPr>
      </p:pic>
      <p:pic>
        <p:nvPicPr>
          <p:cNvPr id="15" name="Image 1" descr="/home/claude/deck/carsjpg/honda_civi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7376" y="4928616"/>
            <a:ext cx="1572768" cy="955548"/>
          </a:xfrm>
          <a:prstGeom prst="rect">
            <a:avLst/>
          </a:prstGeom>
        </p:spPr>
      </p:pic>
      <p:pic>
        <p:nvPicPr>
          <p:cNvPr id="16" name="Image 2" descr="/home/claude/deck/carsjpg/toyota_yari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0456" y="4928616"/>
            <a:ext cx="1572768" cy="955548"/>
          </a:xfrm>
          <a:prstGeom prst="rect">
            <a:avLst/>
          </a:prstGeom>
        </p:spPr>
      </p:pic>
      <p:pic>
        <p:nvPicPr>
          <p:cNvPr id="17" name="Image 3" descr="/home/claude/deck/carsjpg/mazda_cx-5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003536" y="4928616"/>
            <a:ext cx="1572768" cy="9555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แนวคิดของระบบ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ใช้ความชอบของคนที่รสนิยมคล้ายกันมาแนะนำรถ (Collaborative filtering บนกราฟ)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3088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121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เก็บว่าใครชอบรถรุ่นไหน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514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–[:LIKES]→ Car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6347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4472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หาคนที่ชอบรถตรงกับเรา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840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เดินกราฟย้อนกลับจากรถที่เราชอบ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80060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9606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7731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แนะนำรถที่คนเหล่านั้นชอบ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5166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แต่เรายังไม่เคยชอบ / ยังไม่เคยลองขับ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760720" y="1828800"/>
            <a:ext cx="5897880" cy="4526280"/>
          </a:xfrm>
          <a:prstGeom prst="rect">
            <a:avLst/>
          </a:prstGeom>
          <a:solidFill>
            <a:srgbClr val="F6F6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035040" y="2240280"/>
            <a:ext cx="960120" cy="9601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035040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Alice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10652760" y="224028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652760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Bob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818120" y="2011680"/>
            <a:ext cx="1828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3" descr="/home/claude/deck/carsjpg/toyota_yari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854696" y="2048256"/>
            <a:ext cx="1755648" cy="10698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8181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Yaris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646920" y="4069080"/>
            <a:ext cx="18288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6" name="Image 4" descr="/home/claude/deck/carsjpg/honda_civic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83496" y="4105656"/>
            <a:ext cx="1755648" cy="10698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4692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Civic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040880" y="2715768"/>
            <a:ext cx="731520" cy="914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9" name="Text 22"/>
          <p:cNvSpPr txBox="1"/>
          <p:nvPr/>
        </p:nvSpPr>
        <p:spPr>
          <a:xfrm>
            <a:off x="7040880" y="2377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 flipH="1">
            <a:off x="9692640" y="2715768"/>
            <a:ext cx="914400" cy="914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1" name="Text 24"/>
          <p:cNvSpPr txBox="1"/>
          <p:nvPr/>
        </p:nvSpPr>
        <p:spPr>
          <a:xfrm>
            <a:off x="9784080" y="2377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1128248" y="3246120"/>
            <a:ext cx="914" cy="77724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3" name="Text 26"/>
          <p:cNvSpPr txBox="1"/>
          <p:nvPr/>
        </p:nvSpPr>
        <p:spPr>
          <a:xfrm>
            <a:off x="11201400" y="34747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 flipH="1" flipV="1">
            <a:off x="6629400" y="3246120"/>
            <a:ext cx="2971800" cy="1463040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6126480" y="4343400"/>
            <a:ext cx="23317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126480" y="434340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 Civic ให้ Alice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6035040" y="5760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Alice กับ Bob ชอบรถเหมือนกัน และ Bob ชอบ Civic ที่ Alice ยังไม่ได้ชอบ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ทุกส่วนทำงานบนคลาวด์ เปิดใช้งานจากเครื่องไหนก็ได้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3545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บนคลาวด์ เก็บ Node และ Relationship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92024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19456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3545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 Cypher ทีละขั้นด้วย Python driver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92024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19456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3545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4400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สร้างเว็บแอปด้วย Python ล้วน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5948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4592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model-viewer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257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แสดงโมเดลรถ 3D (.glb) หมุนและซูมได้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97680" y="416052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443484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5948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9496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 + Streamlit Cloud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5257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เก็บโค้ด รูป โมเดล และ deploy อัตโนมัติ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46720" y="416052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21040" y="4434840"/>
            <a:ext cx="640080" cy="6400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59486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4400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 + pandas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5257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 Neo4j ผ่าน neo4j driver และจัดการตาราง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โครงสร้างกราฟ (Graph Model)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ชนิด Node และ 2 ชนิด Relationship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766560" cy="4480560"/>
          </a:xfrm>
          <a:prstGeom prst="rect">
            <a:avLst/>
          </a:prstGeom>
          <a:solidFill>
            <a:srgbClr val="F6F6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80360"/>
            <a:ext cx="1737360" cy="17373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{name}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37760" y="2926080"/>
            <a:ext cx="21031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29260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{name, brand,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image, model}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97480" y="3291840"/>
            <a:ext cx="2194560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74320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:LIKES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97480" y="4206240"/>
            <a:ext cx="2194560" cy="914"/>
          </a:xfrm>
          <a:prstGeom prst="line">
            <a:avLst/>
          </a:prstGeom>
          <a:noFill/>
          <a:ln w="2540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74320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:TEST_DROVE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4617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{test_date}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669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Constraint: ชื่อ User และชื่อรถห้ามซ้ำ (UNIQUE)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1874520"/>
            <a:ext cx="18288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514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9646920" y="1874520"/>
            <a:ext cx="18288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2514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7635240" y="4160520"/>
            <a:ext cx="18288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800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4800" dirty="0"/>
          </a:p>
        </p:txBody>
      </p:sp>
      <p:sp>
        <p:nvSpPr>
          <p:cNvPr id="25" name="Shape 23"/>
          <p:cNvSpPr/>
          <p:nvPr/>
        </p:nvSpPr>
        <p:spPr>
          <a:xfrm>
            <a:off x="9646920" y="4160520"/>
            <a:ext cx="18288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7552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TEST_DROVE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0" y="4800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ข้อมูลรถพร้อมรูปภาพ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รถ 10 รุ่น แต่ละคันเก็บ path ของรูปและโมเดล 3D ไว้ใน Node</a:t>
            </a:r>
            <a:endParaRPr lang="en-US" sz="1500" dirty="0"/>
          </a:p>
        </p:txBody>
      </p:sp>
      <p:pic>
        <p:nvPicPr>
          <p:cNvPr id="5" name="Image 0" descr="/home/claude/deck/carsjpg/toyota_yar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" y="1865376"/>
            <a:ext cx="1984248" cy="12127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13296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Yaris</a:t>
            </a:r>
            <a:endParaRPr lang="en-US" sz="1300" dirty="0"/>
          </a:p>
        </p:txBody>
      </p:sp>
      <p:pic>
        <p:nvPicPr>
          <p:cNvPr id="7" name="Image 1" descr="/home/claude/deck/carsjpg/honda_cit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48356" y="1865376"/>
            <a:ext cx="1984248" cy="121272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811780" y="313296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City</a:t>
            </a:r>
            <a:endParaRPr lang="en-US" sz="1300" dirty="0"/>
          </a:p>
        </p:txBody>
      </p:sp>
      <p:pic>
        <p:nvPicPr>
          <p:cNvPr id="9" name="Image 2" descr="/home/claude/deck/carsjpg/toyota_coroll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11496" y="1865376"/>
            <a:ext cx="1984248" cy="121272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74920" y="313296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Corolla</a:t>
            </a:r>
            <a:endParaRPr lang="en-US" sz="1300" dirty="0"/>
          </a:p>
        </p:txBody>
      </p:sp>
      <p:pic>
        <p:nvPicPr>
          <p:cNvPr id="11" name="Image 3" descr="/home/claude/deck/carsjpg/honda_civic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74636" y="1865376"/>
            <a:ext cx="1984248" cy="121272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338060" y="313296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Civic</a:t>
            </a:r>
            <a:endParaRPr lang="en-US" sz="1300" dirty="0"/>
          </a:p>
        </p:txBody>
      </p:sp>
      <p:pic>
        <p:nvPicPr>
          <p:cNvPr id="13" name="Image 4" descr="/home/claude/deck/carsjpg/mazda_3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37776" y="1865376"/>
            <a:ext cx="1984248" cy="1212723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601200" y="313296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Mazda 3</a:t>
            </a:r>
            <a:endParaRPr lang="en-US" sz="1300" dirty="0"/>
          </a:p>
        </p:txBody>
      </p:sp>
      <p:pic>
        <p:nvPicPr>
          <p:cNvPr id="15" name="Image 5" descr="/home/claude/deck/carsjpg/nissan_almera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85216" y="3648456"/>
            <a:ext cx="1984248" cy="1212723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48640" y="491604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Nissan Almera</a:t>
            </a:r>
            <a:endParaRPr lang="en-US" sz="1300" dirty="0"/>
          </a:p>
        </p:txBody>
      </p:sp>
      <p:pic>
        <p:nvPicPr>
          <p:cNvPr id="17" name="Image 6" descr="/home/claude/deck/carsjpg/ford_ranger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848356" y="3648456"/>
            <a:ext cx="1984248" cy="1212723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2811780" y="491604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Ford Ranger</a:t>
            </a:r>
            <a:endParaRPr lang="en-US" sz="1300" dirty="0"/>
          </a:p>
        </p:txBody>
      </p:sp>
      <p:pic>
        <p:nvPicPr>
          <p:cNvPr id="19" name="Image 7" descr="/home/claude/deck/carsjpg/toyota_camry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111496" y="3648456"/>
            <a:ext cx="1984248" cy="1212723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5074920" y="491604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Camry</a:t>
            </a:r>
            <a:endParaRPr lang="en-US" sz="1300" dirty="0"/>
          </a:p>
        </p:txBody>
      </p:sp>
      <p:pic>
        <p:nvPicPr>
          <p:cNvPr id="21" name="Image 8" descr="/home/claude/deck/carsjpg/honda_accord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374636" y="3648456"/>
            <a:ext cx="1984248" cy="1212723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7338060" y="491604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Accord</a:t>
            </a:r>
            <a:endParaRPr lang="en-US" sz="1300" dirty="0"/>
          </a:p>
        </p:txBody>
      </p:sp>
      <p:pic>
        <p:nvPicPr>
          <p:cNvPr id="23" name="Image 9" descr="/home/claude/deck/carsjpg/mazda_cx-5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637776" y="3648456"/>
            <a:ext cx="1984248" cy="1212723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9601200" y="4916043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Mazda CX-5</a:t>
            </a:r>
            <a:endParaRPr lang="en-US" sz="1300" dirty="0"/>
          </a:p>
        </p:txBody>
      </p:sp>
      <p:sp>
        <p:nvSpPr>
          <p:cNvPr id="25" name="Shape 13"/>
          <p:cNvSpPr/>
          <p:nvPr/>
        </p:nvSpPr>
        <p:spPr>
          <a:xfrm>
            <a:off x="548640" y="5486400"/>
            <a:ext cx="11109960" cy="868680"/>
          </a:xfrm>
          <a:prstGeom prst="rect">
            <a:avLst/>
          </a:prstGeom>
          <a:solidFill>
            <a:srgbClr val="F6F6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14"/>
          <p:cNvSpPr/>
          <p:nvPr/>
        </p:nvSpPr>
        <p:spPr>
          <a:xfrm>
            <a:off x="731520" y="5641848"/>
            <a:ext cx="548640" cy="5486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" y="5779008"/>
            <a:ext cx="274320" cy="27432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1463040" y="5532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(:Car {name: "Toyota Yaris", brand: "Toyota", image: "images/toyota_yaris.png", model: "models/toyota_yaris.glb"})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เก็บแค่ path ส่วนไฟล์รูปและโมเดลอยู่ในโฟลเดอร์ images/ และ models/ บน GitHub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RECOMMENDATION QUERY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หัวใจของระบบ: Cypher Query แนะนำรถ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เดินกราฟ 3 ทอดใน query เดียว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75120" cy="4480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6217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(me:User {name: $name})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-[:LIKES]-&gt;(shared:Car)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&lt;-[:LIKES]-(other:User)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-[:LIKES]-&gt;(car:Car)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other &lt;&gt; me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EXISTS { (me)-[:LIKES]-&gt;(car) }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EXISTS { (me)-[:TEST_DROVE]-&gt;(car) }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car.name, car.image,</a:t>
            </a:r>
            <a:endParaRPr lang="en-US" sz="15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score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DESC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9933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9659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 User ที่เลือก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3500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ไปหารถที่เขาชอบ (shared)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309067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063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ย้อนหาคนที่ชอบรถคันเดียวกัน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4472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ได้กลุ่มคนรสนิยมคล้ายกัน (other)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41879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ดูรถอื่นที่คนกลุ่มนั้นชอบ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5445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ตัดรถที่ชอบแล้ว / ลองขับแล้วออก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528523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5257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 = จำนวนเส้นทาง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564184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ยิ่งหลายทาง ยิ่งน่าแนะนำ · ส่ง image ไปแสดงรูป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แนะนำรถให้ Alice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ผลลัพธ์มาพร้อมรูปรถ คะแนน และเหตุผลว่าใครทำให้ได้คะแนน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91840" cy="4480560"/>
          </a:xfrm>
          <a:prstGeom prst="rect">
            <a:avLst/>
          </a:prstGeom>
          <a:solidFill>
            <a:srgbClr val="F6F6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Alice ชอบ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16002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8" name="Image 0" descr="/home/claude/deck/carsjpg/toyota_yar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2505456"/>
            <a:ext cx="1527048" cy="9269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514600" y="27432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Yaris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730752"/>
            <a:ext cx="16002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1" name="Image 1" descr="/home/claude/deck/carsjpg/honda_cit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3816" y="3767328"/>
            <a:ext cx="1527048" cy="9269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14600" y="40050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City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77240" y="4992624"/>
            <a:ext cx="16002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4" name="Image 2" descr="/home/claude/deck/carsjpg/toyota_coroll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" y="5029200"/>
            <a:ext cx="1527048" cy="9269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14600" y="52669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Corolla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977640" y="4114800"/>
            <a:ext cx="548640" cy="914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4709160" y="1874520"/>
            <a:ext cx="6949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864608" y="2121408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864608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pic>
        <p:nvPicPr>
          <p:cNvPr id="20" name="Image 3" descr="/home/claude/deck/carsjpg/mazda_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77256" y="2020824"/>
            <a:ext cx="1024128" cy="6126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20840" y="19842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Mazda 3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Charlie, David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006840" y="2258568"/>
            <a:ext cx="182880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006840" y="2258568"/>
            <a:ext cx="1828800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0927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4709160" y="2898648"/>
            <a:ext cx="6949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864608" y="3145536"/>
            <a:ext cx="420624" cy="42062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864608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pic>
        <p:nvPicPr>
          <p:cNvPr id="29" name="Image 4" descr="/home/claude/deck/carsjpg/mazda_cx-5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77256" y="3044952"/>
            <a:ext cx="1024128" cy="61264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720840" y="3008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Mazda CX-5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6720840" y="33741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Ivy, Jack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006840" y="3282696"/>
            <a:ext cx="182880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9006840" y="3282696"/>
            <a:ext cx="1828800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10927080" y="3081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Shape 28"/>
          <p:cNvSpPr/>
          <p:nvPr/>
        </p:nvSpPr>
        <p:spPr>
          <a:xfrm>
            <a:off x="4709160" y="3922776"/>
            <a:ext cx="6949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864608" y="416966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4864608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pic>
        <p:nvPicPr>
          <p:cNvPr id="38" name="Image 5" descr="/home/claude/deck/carsjpg/honda_accord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77256" y="4069080"/>
            <a:ext cx="1024128" cy="61264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720840" y="40325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Accord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6720840" y="43982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Ivy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9006840" y="4306824"/>
            <a:ext cx="182880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9006840" y="4306824"/>
            <a:ext cx="609600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092708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Shape 36"/>
          <p:cNvSpPr/>
          <p:nvPr/>
        </p:nvSpPr>
        <p:spPr>
          <a:xfrm>
            <a:off x="4709160" y="4946904"/>
            <a:ext cx="6949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864608" y="519379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4864608" y="5193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pic>
        <p:nvPicPr>
          <p:cNvPr id="47" name="Image 6" descr="/home/claude/deck/carsjpg/nissan_almera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77256" y="5093208"/>
            <a:ext cx="1024128" cy="612648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720840" y="5056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Nissan Almera</a:t>
            </a:r>
            <a:endParaRPr lang="en-US" sz="1600" dirty="0"/>
          </a:p>
        </p:txBody>
      </p:sp>
      <p:sp>
        <p:nvSpPr>
          <p:cNvPr id="49" name="Text 40"/>
          <p:cNvSpPr txBox="1"/>
          <p:nvPr/>
        </p:nvSpPr>
        <p:spPr>
          <a:xfrm>
            <a:off x="6720840" y="5422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David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9006840" y="5330952"/>
            <a:ext cx="1828800" cy="14630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9006840" y="5330952"/>
            <a:ext cx="609600" cy="1463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10927080" y="512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53" name="Text 44"/>
          <p:cNvSpPr txBox="1"/>
          <p:nvPr/>
        </p:nvSpPr>
        <p:spPr>
          <a:xfrm>
            <a:off x="4709160" y="60350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Civic ได้ 4 คะแนน แต่ไม่ถูกแนะนำ เพราะ Alice ลองขับไปแล้ว (TEST_DROVE)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1234440"/>
            <a:ext cx="5852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3" name="Image 0" descr="/tmp/claude-0/t/shotsjpg/01_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24728" y="1252728"/>
            <a:ext cx="5815584" cy="36210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สาธิตการใช้งานระบบ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6517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 (Dashboard)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638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1638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แนะนำรถพร้อมรูป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75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6758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ดูรถที่แนะนำแบบ 3D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1879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1879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ค้นหารถ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7000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47000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3D Showroom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212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5212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· แก้ไข · ลบข้อมูล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2414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572414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Explorer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806440" y="50749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carrecommender-dv7rqrvlfumdkqnrrkmecn.streamlit.app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1 /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 (Dashboard)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เปิดแอปมาเจอสถิติทั้งหมดและรถยอดนิยมพร้อมรูป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589520" cy="474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/tmp/claude-0/t/shotsjpg/01_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801368"/>
            <a:ext cx="7552944" cy="47068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582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58200" y="2194560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237744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 User / Car / LIKES / TEST_DROVE ดึงจาก Neo4j สด ๆ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รถยอดนิยม 4 อันดับแรกพร้อมรูปรถ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User ดูโปรไฟล์: รถที่ชอบ ประวัติลองขับ และคนที่ชอบรถคล้ายกัน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เมนูด้านบนกดเปลี่ยนหน้าได้ทุกหน้า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58200" y="5486400"/>
            <a:ext cx="3154680" cy="868680"/>
          </a:xfrm>
          <a:prstGeom prst="rect">
            <a:avLst/>
          </a:prstGeom>
          <a:solidFill>
            <a:srgbClr val="F6F6F7"/>
          </a:solidFill>
          <a:ln w="12700">
            <a:solidFill>
              <a:srgbClr val="F6F6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54864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ตัวเลขทุกช่องมาจาก Cypher query จริง เพิ่มข้อมูลแล้วจะเปลี่ยนทันที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2 /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แนะนำรถพร้อมรูปภาพ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User แล้วระบบแสดงรถที่แนะนำ พร้อมรูปรถ คะแนน และเหตุผล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589520" cy="474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/tmp/claude-0/t/shotsjpg/03_recomme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801368"/>
            <a:ext cx="7552944" cy="47068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582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58200" y="2194560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237744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เลือกโหมด: จากรถที่คนคล้ายกันชอบ หรือที่เคยลองขับ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การ์ดแต่ละคันมีรูปรถ อันดับ และ score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บอกเหตุผล เช่น Charlie, David ชอบรถคันนี้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ผลตรงกับตัวอย่าง Alice ในสไลด์ก่อนหน้า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58200" y="5486400"/>
            <a:ext cx="3154680" cy="868680"/>
          </a:xfrm>
          <a:prstGeom prst="rect">
            <a:avLst/>
          </a:prstGeom>
          <a:solidFill>
            <a:srgbClr val="F6F6F7"/>
          </a:solidFill>
          <a:ln w="12700">
            <a:solidFill>
              <a:srgbClr val="F6F6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54864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ตรงกับโจทย์: ระบบแนะนำต้องแสดงภาพของสิ่งที่แนะนำ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3 /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ดูรถที่แนะนำแบบ 3D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เลือกรถจากผลการแนะนำ แล้วดูเป็นโมเดล 3D ได้ในหน้าเดียวกัน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589520" cy="474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/tmp/claude-0/t/shotsjpg/04_recommend_3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801368"/>
            <a:ext cx="7552944" cy="47068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582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58200" y="2194560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237744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ลากเพื่อหมุนรอบรถ · scroll เพื่อซูม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โมเดลหมุนเองช้า ๆ เหมือนแท่นโชว์รถ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ถ้ารถคันไหนยังไม่มีโมเดล จะแสดงรูปแทน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58200" y="5486400"/>
            <a:ext cx="3154680" cy="868680"/>
          </a:xfrm>
          <a:prstGeom prst="rect">
            <a:avLst/>
          </a:prstGeom>
          <a:solidFill>
            <a:srgbClr val="F6F6F7"/>
          </a:solidFill>
          <a:ln w="12700">
            <a:solidFill>
              <a:srgbClr val="F6F6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54864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โมเดลในภาพเป็นตัวอย่าง เปลี่ยนเป็นโมเดลจริง (.glb) ได้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4 /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ค้นหารถ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ค้นจากชื่อรุ่นหรือกรองตามยี่ห้อ แสดงเป็นแกลเลอรีรูปขนาดเท่ากัน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589520" cy="474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/tmp/claude-0/t/shotsjpg/05_sear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801368"/>
            <a:ext cx="7552944" cy="47068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582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58200" y="2194560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237744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พิมพ์ชื่อรุ่น เช่น Civic, Mazda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กรองตามยี่ห้อ Toyota / Honda / Mazda ...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ใต้รูปบอกจำนวนคนชอบและคนลองขับ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เปิดดูแบบตารางพร้อมรายชื่อคนที่ชอบได้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5 /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3D Showroom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ดูรถเป็นโมเดล 3D และกดชอบหรือบันทึกลองขับได้ทันที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589520" cy="474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/tmp/claude-0/t/shotsjpg/06_show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801368"/>
            <a:ext cx="7552944" cy="47068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582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58200" y="2194560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237744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หมุน ซูม เลื่อนโมเดลได้อิสระ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แสดงจำนวนคนชอบ / ลองขับ และรายชื่อคนที่ชอบ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“ชอบรถคันนี้” → สร้างเส้น LIKES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“บันทึกทดลองขับวันนี้” → สร้าง TEST_DROVE พร้อมวันที่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58200" y="5486400"/>
            <a:ext cx="3154680" cy="868680"/>
          </a:xfrm>
          <a:prstGeom prst="rect">
            <a:avLst/>
          </a:prstGeom>
          <a:solidFill>
            <a:srgbClr val="F6F6F7"/>
          </a:solidFill>
          <a:ln w="12700">
            <a:solidFill>
              <a:srgbClr val="F6F6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54864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กดแล้วกลับไปหน้าแนะนำรถ จะเห็นผลเปลี่ยนตามข้อมูลใหม่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6 /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· แก้ไข · ลบข้อมูล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 User, Car, LIKES และ TEST_DROVE ได้ครบจากหน้าเว็บ ข้อมูลเขียนลง Neo4j ทันที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34004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/tmp/claude-0/t/shotsjpg/07_man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801368"/>
            <a:ext cx="5404104" cy="33638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783080"/>
            <a:ext cx="5440680" cy="34004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/tmp/claude-0/t/shotsjpg/08_manage_form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36208" y="1801368"/>
            <a:ext cx="5404104" cy="336384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5503545"/>
            <a:ext cx="502920" cy="5029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629275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5476113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แก้ในตารางได้ทันที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5814441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ดับเบิลคลิกช่องที่มีรูปดินสอ แล้วกดบันทึก แก้หลายรายการพร้อมกันได้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17920" y="5503545"/>
            <a:ext cx="502920" cy="5029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5629275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5476113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 เพิ่ม / แก้ไข / ลบ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903720" y="5814441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ปุ่มอยู่แถวเดียวกัน · ลบต้องติ๊กยืนยัน · ชื่อซ้ำระบบไม่ยอม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66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7 /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400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Explorer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ดูความสัมพันธ์เป็นกราฟโต้ตอบได้ในกรอบเดียว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589520" cy="474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/tmp/claude-0/t/shotsjpg/10_graph_ali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801368"/>
            <a:ext cx="7552944" cy="47068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582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58200" y="2194560"/>
            <a:ext cx="31546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237744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scroll เพื่อซูม · ลากเพื่อเลื่อน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 node เพื่อไฮไลต์เฉพาะสิ่งที่เชื่อมกัน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เส้นทึบ = LIKES · เส้นประสีส้ม = TEST_DROVE พร้อมวันที่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Alice เห็นคนที่ชอบรถเหมือนกันทั้งหมด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58200" y="5486400"/>
            <a:ext cx="3154680" cy="868680"/>
          </a:xfrm>
          <a:prstGeom prst="rect">
            <a:avLst/>
          </a:prstGeom>
          <a:solidFill>
            <a:srgbClr val="F6F6F7"/>
          </a:solidFill>
          <a:ln w="12700">
            <a:solidFill>
              <a:srgbClr val="F6F6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54864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เส้นทางในภาพคือเส้นทางเดียวกับที่ query ใช้คำนวณคะแนน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สถาปัตยกรรมและการ Deploy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แก้โค้ดแล้ว push ขึ้น GitHub → Streamlit Cloud อัปเดตแอปให้อัตโนมัติ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2918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240280"/>
            <a:ext cx="731520" cy="7315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423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57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app.py · neo4j_service.py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images/ รูปรถ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models/ โมเดล 3D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1965960"/>
            <a:ext cx="32918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5000" y="2240280"/>
            <a:ext cx="731520" cy="7315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4231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Cloud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657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รันเว็บแอป Python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เก็บรหัสผ่านใน Secrets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URL สาธารณะ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21040" y="1965960"/>
            <a:ext cx="32918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0" y="2240280"/>
            <a:ext cx="731520" cy="7315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4231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3657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· Car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 · TEST_DROVE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 query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886200" y="3520440"/>
            <a:ext cx="502920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772400" y="3383280"/>
            <a:ext cx="502920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 flipH="1">
            <a:off x="7772400" y="3703320"/>
            <a:ext cx="502920" cy="914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3" name="Text 18"/>
          <p:cNvSpPr txBox="1"/>
          <p:nvPr/>
        </p:nvSpPr>
        <p:spPr>
          <a:xfrm>
            <a:off x="7452360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neo4j+s://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5440680"/>
            <a:ext cx="11109960" cy="868680"/>
          </a:xfrm>
          <a:prstGeom prst="rect">
            <a:avLst/>
          </a:prstGeom>
          <a:solidFill>
            <a:srgbClr val="F6F6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1520" y="5596128"/>
            <a:ext cx="548640" cy="5486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3328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6304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ผู้ใช้เปิดผ่านเบราว์เซอร์ได้จากทุกเครื่อง ส่วนโมเดลรถ 3D เรนเดอร์บนเครื่องผู้ใช้ด้วย WebGL (model-viewer)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F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ทำให้ระบบแนะนำเข้าใจง่าย อธิบายเหตุผลได้ และต่อยอดได้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31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สิ่งที่ทำได้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175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ระบบแนะนำรถจากกราฟความชอบ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แสดงรูปรถในทุกผลลัพธ์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แก้ไข ลบข้อมูลผ่านเว็บ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3D Showroom และกราฟโต้ตอบได้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920240"/>
            <a:ext cx="35204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194560"/>
            <a:ext cx="548640" cy="5486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331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จุดเด่นของ Graph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0175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query แนะนำเขียนสั้นใน Cypher เดียว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บอกได้ว่าแนะนำเพราะใคร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ความสัมพันธ์เก็บข้อมูลได้ (วันที่)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Node/เส้นชนิดใหม่ได้ง่าย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920240"/>
            <a:ext cx="35204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194560"/>
            <a:ext cx="548640" cy="5486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3317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แนวทางต่อยอด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0175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RATED ให้คะแนน 1–5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แนะนำตามงบประมาณ / ประเภทรถ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login ให้ผู้ใช้แต่ละคน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Graph Data Science หาคนคล้ายกัน</a:t>
            </a:r>
            <a:endParaRPr lang="en-US" sz="1400" dirty="0"/>
          </a:p>
        </p:txBody>
      </p:sp>
      <p:pic>
        <p:nvPicPr>
          <p:cNvPr id="20" name="Image 3" descr="/home/claude/deck/carsjpg/toyota_yari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5216" y="5294376"/>
            <a:ext cx="1664208" cy="1012698"/>
          </a:xfrm>
          <a:prstGeom prst="rect">
            <a:avLst/>
          </a:prstGeom>
        </p:spPr>
      </p:pic>
      <p:pic>
        <p:nvPicPr>
          <p:cNvPr id="21" name="Image 4" descr="/home/claude/deck/carsjpg/honda_city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68880" y="5294376"/>
            <a:ext cx="1664208" cy="1012698"/>
          </a:xfrm>
          <a:prstGeom prst="rect">
            <a:avLst/>
          </a:prstGeom>
        </p:spPr>
      </p:pic>
      <p:pic>
        <p:nvPicPr>
          <p:cNvPr id="22" name="Image 5" descr="/home/claude/deck/carsjpg/toyota_corolla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52544" y="5294376"/>
            <a:ext cx="1664208" cy="1012698"/>
          </a:xfrm>
          <a:prstGeom prst="rect">
            <a:avLst/>
          </a:prstGeom>
        </p:spPr>
      </p:pic>
      <p:pic>
        <p:nvPicPr>
          <p:cNvPr id="23" name="Image 6" descr="/home/claude/deck/carsjpg/honda_civic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236208" y="5294376"/>
            <a:ext cx="1664208" cy="1012698"/>
          </a:xfrm>
          <a:prstGeom prst="rect">
            <a:avLst/>
          </a:prstGeom>
        </p:spPr>
      </p:pic>
      <p:pic>
        <p:nvPicPr>
          <p:cNvPr id="24" name="Image 7" descr="/home/claude/deck/carsjpg/mazda_3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19872" y="5294376"/>
            <a:ext cx="1664208" cy="1012698"/>
          </a:xfrm>
          <a:prstGeom prst="rect">
            <a:avLst/>
          </a:prstGeom>
        </p:spPr>
      </p:pic>
      <p:pic>
        <p:nvPicPr>
          <p:cNvPr id="25" name="Image 8" descr="/home/claude/deck/carsjpg/mazda_cx-5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003536" y="5294376"/>
            <a:ext cx="1664208" cy="1012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Recommended — ระบบแนะนำรถยนต์</dc:title>
  <dc:subject>PptxGenJS Presentation</dc:subject>
  <dc:creator>PptxGenJS</dc:creator>
  <cp:lastModifiedBy>PptxGenJS</cp:lastModifiedBy>
  <cp:revision>1</cp:revision>
  <dcterms:created xsi:type="dcterms:W3CDTF">2026-10-01T17:48:45Z</dcterms:created>
  <dcterms:modified xsi:type="dcterms:W3CDTF">2026-10-01T17:48:45Z</dcterms:modified>
</cp:coreProperties>
</file>